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69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D55EFE-C133-02D5-0452-247B5F551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1E0247-CABD-4D99-4E62-42CDAFF91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4FCA21-228B-2628-F43A-E53C2D97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7D8C67-4685-AFB5-D10D-64E794F9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B2EE78-2D7B-F7DE-38F0-3A2DE95D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38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816A4B-3310-0A5B-FFB8-A67CB2CF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41D2F6-B170-C14D-9C15-84B682A3B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86A7D2-A3F7-ECE3-B65D-544F93E5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7A0EBA-8307-3FFC-053A-E60C661B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E74142-31B1-FEA0-D393-2A0A0C41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94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76E730-5943-B2D1-24CD-BF7004BA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ABBB6D-496E-370E-2948-C918064C6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2604F1-7D8C-90AB-91C7-BEC25F7F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4CE66A-9A85-C905-9323-210EC9DE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861EE9-978D-9B22-0098-EE29536A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20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DB52C0-6800-50DD-0ABE-3D55C705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73A757-A6B5-2861-DB39-2BE6D19BA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9B4DFE-07B5-F2D4-2FFD-CA911293C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182C3E-A5D6-B0EE-80F1-530AECA8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6C1392-61E2-E56C-6539-B66E1B3F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9AABAD-842E-5E8F-B1E8-14E26993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49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0DF33-F4B7-3EFD-92EC-CFE9CD0E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F40533-01C1-EBA1-686A-F743378B6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E4864D-4F47-0E31-DC03-86C14EA03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343B1F-8F26-37D9-8806-645D8B1F5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7C3AD0A-D28B-3902-7F70-66BEDB914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FACA589-28E8-AC92-2F10-3D734744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5C58295-4B81-35F1-B7ED-229798DF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C7C1C6-49A3-282D-ECC5-C0DD8A59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58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B3F41-AED0-9AAC-EF4F-685220E5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B55CFF-3662-73DE-9CDB-3D8A0DCD3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CA9C93-A7A8-2DB7-44DF-7713E4A7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DF2191D-CE69-D13B-CD89-E595BBA4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81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0FA8C12-A259-0DD7-3CAD-7C1D1D83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ADA3AAF-0311-723C-4F15-D26EBECD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33F307-FF9A-F169-97C3-05C31F47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88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3CFEE7-4873-87F1-48F5-F791385D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1872E8-A40E-1F52-FA76-638FBC0D3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8C66B2-CDC9-0992-6891-A7C7BE495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21A492-5513-5ADD-E1E1-C78C3A03E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370F13-33D3-500F-7163-D9BFCFD4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E3772E-EB48-1136-2E40-CC8A86760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2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735D64-7245-3DB1-071E-BAA77277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08CC5A-45AD-91F2-EE60-F9F221833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6265E5-9DB0-38E0-5947-175E9E4C0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2D6B19-B07A-B3C1-C60D-A308566B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519D77-D24D-07DD-90F8-889071F6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BE42C3-2C42-88F4-3736-8D1C1FA3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8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0D9C80-1F5B-3257-A103-EC5F1FFC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E828036-39D4-A28F-456D-C1E72CD83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BF32E8-5CB3-1F3E-7B3F-365B7345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7EB55B-7686-323D-52C5-42E8FF71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0FFCC1-68E7-D47E-CD56-07AB05D7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952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34D27B-0D34-833A-2436-C29118114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4DEA18-B48A-3A3A-C87F-E84E6D5AA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48D3E0-506C-2F5B-80CD-2FAFE088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75235D-8374-BAB0-548D-E40E18EE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4AE345-F67A-3C25-DC83-B7A6AB3D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556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24D1040-F183-BB32-8F09-4E7B8670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CE825C-5FDD-9B67-DBF5-DD1872DD0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8E0690-6E97-8D6C-776A-B21CFEA10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E7BAB-0068-4013-A559-FA88DDED2B20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55B03D-6C72-B31C-BC78-3A9638D11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F0CC7-F5BE-72A7-AC96-BA0C9FF75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7FBEA-0004-4CF8-9C89-D8A69ABC1B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14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C88FFDF-B3AA-AE4B-A99E-4A5F25251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509430"/>
            <a:ext cx="11982450" cy="49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39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49CE0AC-CF54-0F2E-309B-734EF1C1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7" y="349729"/>
            <a:ext cx="11988705" cy="469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3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7A95DC8-BFC0-3DC8-CE8D-E48CCBC50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83820"/>
            <a:ext cx="8237219" cy="669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F5B6070-DC6A-A742-3752-A8D19FCA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19" y="81312"/>
            <a:ext cx="8717153" cy="649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1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>
            <a:extLst>
              <a:ext uri="{FF2B5EF4-FFF2-40B4-BE49-F238E27FC236}">
                <a16:creationId xmlns:a16="http://schemas.microsoft.com/office/drawing/2014/main" id="{744C12BE-2D63-5760-5A3F-2980F98AF8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234724"/>
              </p:ext>
            </p:extLst>
          </p:nvPr>
        </p:nvGraphicFramePr>
        <p:xfrm>
          <a:off x="228600" y="128056"/>
          <a:ext cx="7277100" cy="6222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6024966" imgH="15331236" progId="Excel.Sheet.12">
                  <p:embed/>
                </p:oleObj>
              </mc:Choice>
              <mc:Fallback>
                <p:oleObj name="Worksheet" r:id="rId2" imgW="16024966" imgH="1533123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" y="128056"/>
                        <a:ext cx="7277100" cy="6222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792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50A33CF-8EB2-6DED-694E-40983B461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230630"/>
            <a:ext cx="11696700" cy="439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2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04C45D4-8D47-0D4F-DBB9-D0ADD434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8455"/>
            <a:ext cx="12192000" cy="23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9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456D8F1-0084-EA40-C6A0-E01065CC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285019"/>
            <a:ext cx="11795760" cy="108173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55424C6-0DED-D66F-D32E-D06E3DB58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" y="1912067"/>
            <a:ext cx="11795760" cy="135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33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DBD2A91-5F98-1FDA-64C3-CCE7D6BAA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" y="301470"/>
            <a:ext cx="11932920" cy="279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7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127B77E-A03E-5A87-A2B5-EDA602FC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62297"/>
            <a:ext cx="11826240" cy="450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0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EA55B36-E84B-4B55-EC49-3C2AECB49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135841"/>
            <a:ext cx="11727180" cy="178007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84F59A6-9B6B-FBC1-5FFE-8737712D4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178985"/>
            <a:ext cx="11826240" cy="176204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6ACE6C6-0959-8F67-2A90-E1D040600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4204103"/>
            <a:ext cx="11826240" cy="217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Microsoft Excel ワークシート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FUKIKOSHI AYANE(吹越　彩音)</dc:creator>
  <cp:lastModifiedBy>FUKIKOSHI AYANE(吹越　彩音)</cp:lastModifiedBy>
  <cp:revision>1</cp:revision>
  <dcterms:created xsi:type="dcterms:W3CDTF">2025-11-27T06:34:15Z</dcterms:created>
  <dcterms:modified xsi:type="dcterms:W3CDTF">2025-11-27T06:43:31Z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0b8f5e-a60e-4a82-afde-6afffc7420ba_Enabled">
    <vt:lpwstr>true</vt:lpwstr>
  </property>
  <property fmtid="{D5CDD505-2E9C-101B-9397-08002B2CF9AE}" pid="3" name="MSIP_Label_3c0b8f5e-a60e-4a82-afde-6afffc7420ba_SetDate">
    <vt:lpwstr>2025-11-27T06:43:23Z</vt:lpwstr>
  </property>
  <property fmtid="{D5CDD505-2E9C-101B-9397-08002B2CF9AE}" pid="4" name="MSIP_Label_3c0b8f5e-a60e-4a82-afde-6afffc7420ba_Method">
    <vt:lpwstr>Standard</vt:lpwstr>
  </property>
  <property fmtid="{D5CDD505-2E9C-101B-9397-08002B2CF9AE}" pid="5" name="MSIP_Label_3c0b8f5e-a60e-4a82-afde-6afffc7420ba_Name">
    <vt:lpwstr>未分類</vt:lpwstr>
  </property>
  <property fmtid="{D5CDD505-2E9C-101B-9397-08002B2CF9AE}" pid="6" name="MSIP_Label_3c0b8f5e-a60e-4a82-afde-6afffc7420ba_SiteId">
    <vt:lpwstr>e67df547-9d0d-4f4d-9161-51c6ed1f7d11</vt:lpwstr>
  </property>
  <property fmtid="{D5CDD505-2E9C-101B-9397-08002B2CF9AE}" pid="7" name="MSIP_Label_3c0b8f5e-a60e-4a82-afde-6afffc7420ba_ActionId">
    <vt:lpwstr>14ce7fca-f6cf-4ab3-8ed8-830d917e8fc8</vt:lpwstr>
  </property>
  <property fmtid="{D5CDD505-2E9C-101B-9397-08002B2CF9AE}" pid="8" name="MSIP_Label_3c0b8f5e-a60e-4a82-afde-6afffc7420ba_ContentBits">
    <vt:lpwstr>0</vt:lpwstr>
  </property>
  <property fmtid="{D5CDD505-2E9C-101B-9397-08002B2CF9AE}" pid="9" name="MSIP_Label_3c0b8f5e-a60e-4a82-afde-6afffc7420ba_Tag">
    <vt:lpwstr>10, 3, 0, 1</vt:lpwstr>
  </property>
</Properties>
</file>